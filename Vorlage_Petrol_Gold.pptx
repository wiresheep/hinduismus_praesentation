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Vorlagenfolie duplizieren und Platzhaltertexte ersetzen. Farben: Petrol #143D43, Gold #C89C51, Creme #F5EFE3. Keine Bilder sind eingebettet; verwendete Bilder prüfen und Quellen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Vorlagenfolie duplizieren und Platzhaltertexte ersetzen. Farben: Petrol #143D43, Gold #C89C51, Creme #F5EFE3. Keine Bilder sind eingebettet; verwendete Bilder prüfen und Quellen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Vorlagenfolie duplizieren und Platzhaltertexte ersetzen. Farben: Petrol #143D43, Gold #C89C51, Creme #F5EFE3. Keine Bilder sind eingebettet; verwendete Bilder prüfen und Quellen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Vorlagenfolie duplizieren und Platzhaltertexte ersetzen. Farben: Petrol #143D43, Gold #C89C51, Creme #F5EFE3. Keine Bilder sind eingebettet; verwendete Bilder prüfen und Quellen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Vorlagenfolie duplizieren und Platzhaltertexte ersetzen. Farben: Petrol #143D43, Gold #C89C51, Creme #F5EFE3. Keine Bilder sind eingebettet; verwendete Bilder prüfen und Quellen ergänzen.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94360"/>
            <a:ext cx="109728" cy="5440680"/>
          </a:xfrm>
          <a:prstGeom prst="rect">
            <a:avLst/>
          </a:prstGeom>
          <a:solidFill>
            <a:srgbClr val="C89C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C89C51"/>
                </a:solidFill>
                <a:latin typeface="Aptos"/>
              </a:defRPr>
            </a:pPr>
            <a:r>
              <a:t>PRÄSENTATIONSVORLAGE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3400" b="1">
                <a:solidFill>
                  <a:srgbClr val="F5EFE3"/>
                </a:solidFill>
                <a:latin typeface="Aptos"/>
              </a:defRPr>
            </a:pPr>
            <a:r>
              <a:t>[Titel der Präsentation]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500" b="0">
                <a:solidFill>
                  <a:srgbClr val="F5EFE3"/>
                </a:solidFill>
                <a:latin typeface="Aptos"/>
              </a:defRPr>
            </a:pPr>
            <a:r>
              <a:t>[Leitfrage]</a:t>
            </a:r>
          </a:p>
          <a:p>
            <a:pPr>
              <a:spcAft>
                <a:spcPts val="1800"/>
              </a:spcAft>
              <a:defRPr sz="2500" b="0">
                <a:solidFill>
                  <a:srgbClr val="F5EFE3"/>
                </a:solidFill>
                <a:latin typeface="Aptos"/>
              </a:defRPr>
            </a:pPr>
            <a:r>
              <a:t>[Name · Kurs · Datum]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465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000" b="0">
                <a:solidFill>
                  <a:srgbClr val="C89C51"/>
                </a:solidFill>
                <a:latin typeface="Aptos"/>
              </a:defRPr>
            </a:pPr>
            <a:r>
              <a:t>Vielfalt verstehen · Begriffe verbinden · kritisch nachfragen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100" b="0">
                <a:solidFill>
                  <a:srgbClr val="C89C51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94360"/>
            <a:ext cx="109728" cy="5440680"/>
          </a:xfrm>
          <a:prstGeom prst="rect">
            <a:avLst/>
          </a:prstGeom>
          <a:solidFill>
            <a:srgbClr val="C89C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C89C51"/>
                </a:solidFill>
                <a:latin typeface="Aptos"/>
              </a:defRPr>
            </a:pPr>
            <a:r>
              <a:t>PRÄSENTATIONSVORLAGE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3400" b="1">
                <a:solidFill>
                  <a:srgbClr val="143D43"/>
                </a:solidFill>
                <a:latin typeface="Aptos"/>
              </a:defRPr>
            </a:pPr>
            <a:r>
              <a:t>[Thema / Kapitel]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[Kernaussage]</a:t>
            </a:r>
          </a:p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[Begriff oder Beispiel]</a:t>
            </a:r>
          </a:p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[Einordnung]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465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000" b="0">
                <a:solidFill>
                  <a:srgbClr val="C89C51"/>
                </a:solidFill>
                <a:latin typeface="Aptos"/>
              </a:defRPr>
            </a:pPr>
            <a:r>
              <a:t>Vielfalt verstehen · Begriffe verbinden · kritisch nachfragen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100" b="0">
                <a:solidFill>
                  <a:srgbClr val="C89C51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94360"/>
            <a:ext cx="109728" cy="5440680"/>
          </a:xfrm>
          <a:prstGeom prst="rect">
            <a:avLst/>
          </a:prstGeom>
          <a:solidFill>
            <a:srgbClr val="C89C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C89C51"/>
                </a:solidFill>
                <a:latin typeface="Aptos"/>
              </a:defRPr>
            </a:pPr>
            <a:r>
              <a:t>PRÄSENTATIONSVORLAGE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3400" b="1">
                <a:solidFill>
                  <a:srgbClr val="143D43"/>
                </a:solidFill>
                <a:latin typeface="Aptos"/>
              </a:defRPr>
            </a:pPr>
            <a:r>
              <a:t>[Vergleich]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[Position A: Aussage und Beleg]</a:t>
            </a:r>
          </a:p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[Position B: Aussage und Beleg]</a:t>
            </a:r>
          </a:p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[Gemeinsamkeit oder Unterschied]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465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000" b="0">
                <a:solidFill>
                  <a:srgbClr val="C89C51"/>
                </a:solidFill>
                <a:latin typeface="Aptos"/>
              </a:defRPr>
            </a:pPr>
            <a:r>
              <a:t>Vielfalt verstehen · Begriffe verbinden · kritisch nachfragen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100" b="0">
                <a:solidFill>
                  <a:srgbClr val="C89C51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94360"/>
            <a:ext cx="109728" cy="5440680"/>
          </a:xfrm>
          <a:prstGeom prst="rect">
            <a:avLst/>
          </a:prstGeom>
          <a:solidFill>
            <a:srgbClr val="C89C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C89C51"/>
                </a:solidFill>
                <a:latin typeface="Aptos"/>
              </a:defRPr>
            </a:pPr>
            <a:r>
              <a:t>PRÄSENTATIONSVORLAGE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3400" b="1">
                <a:solidFill>
                  <a:srgbClr val="F5EFE3"/>
                </a:solidFill>
                <a:latin typeface="Aptos"/>
              </a:defRPr>
            </a:pPr>
            <a:r>
              <a:t>[Diskussionsfrage]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500" b="0">
                <a:solidFill>
                  <a:srgbClr val="F5EFE3"/>
                </a:solidFill>
                <a:latin typeface="Aptos"/>
              </a:defRPr>
            </a:pPr>
            <a:r>
              <a:t>[Offene Frage]</a:t>
            </a:r>
          </a:p>
          <a:p>
            <a:pPr>
              <a:spcAft>
                <a:spcPts val="1800"/>
              </a:spcAft>
              <a:defRPr sz="2500" b="0">
                <a:solidFill>
                  <a:srgbClr val="F5EFE3"/>
                </a:solidFill>
                <a:latin typeface="Aptos"/>
              </a:defRPr>
            </a:pPr>
            <a:r>
              <a:t>[Denkanstoß]</a:t>
            </a:r>
          </a:p>
          <a:p>
            <a:pPr>
              <a:spcAft>
                <a:spcPts val="1800"/>
              </a:spcAft>
              <a:defRPr sz="2500" b="0">
                <a:solidFill>
                  <a:srgbClr val="F5EFE3"/>
                </a:solidFill>
                <a:latin typeface="Aptos"/>
              </a:defRPr>
            </a:pPr>
            <a:r>
              <a:t>[Ergebnis / Fazit]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465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000" b="0">
                <a:solidFill>
                  <a:srgbClr val="C89C51"/>
                </a:solidFill>
                <a:latin typeface="Aptos"/>
              </a:defRPr>
            </a:pPr>
            <a:r>
              <a:t>Vielfalt verstehen · Begriffe verbinden · kritisch nachfragen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100" b="0">
                <a:solidFill>
                  <a:srgbClr val="C89C51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94360"/>
            <a:ext cx="109728" cy="5440680"/>
          </a:xfrm>
          <a:prstGeom prst="rect">
            <a:avLst/>
          </a:prstGeom>
          <a:solidFill>
            <a:srgbClr val="C89C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200" b="1">
                <a:solidFill>
                  <a:srgbClr val="C89C51"/>
                </a:solidFill>
                <a:latin typeface="Aptos"/>
              </a:defRPr>
            </a:pPr>
            <a:r>
              <a:t>PRÄSENTATIONSVORLAGE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10515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3400" b="1">
                <a:solidFill>
                  <a:srgbClr val="143D43"/>
                </a:solidFill>
                <a:latin typeface="Aptos"/>
              </a:defRPr>
            </a:pPr>
            <a:r>
              <a:t>[Quellen]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[Autor · Titel · Jahr]</a:t>
            </a:r>
          </a:p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[URL · Abrufdatum]</a:t>
            </a:r>
          </a:p>
          <a:p>
            <a:pPr>
              <a:spcAft>
                <a:spcPts val="1800"/>
              </a:spcAft>
              <a:defRPr sz="2500" b="0">
                <a:solidFill>
                  <a:srgbClr val="173238"/>
                </a:solidFill>
                <a:latin typeface="Aptos"/>
              </a:defRPr>
            </a:pPr>
            <a:r>
              <a:t>[Bildnachweise]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46520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000" b="0">
                <a:solidFill>
                  <a:srgbClr val="C89C51"/>
                </a:solidFill>
                <a:latin typeface="Aptos"/>
              </a:defRPr>
            </a:pPr>
            <a:r>
              <a:t>Vielfalt verstehen · Begriffe verbinden · kritisch nachfragen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282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100" b="0">
                <a:solidFill>
                  <a:srgbClr val="C89C51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