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Vorlagenfolie duplizieren und Platzhalter ersetzen. Titelbild ist eine KI-Illustration eines hinduistischen Tempels, kein dokumentarisches Foto. Bei anderen Themen das Bild ersetzen. Bildnachweise ergänzen. Farben: Petrol #143D43, Gold #C89C51, Creme #F5EFE3.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Vorlagenfolie duplizieren und Platzhalter ersetzen. Titelbild ist eine KI-Illustration eines hinduistischen Tempels, kein dokumentarisches Foto. Bei anderen Themen das Bild ersetzen. Bildnachweise ergänzen. Farben: Petrol #143D43, Gold #C89C51, Creme #F5EFE3.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Vorlagenfolie duplizieren und Platzhalter ersetzen. Titelbild ist eine KI-Illustration eines hinduistischen Tempels, kein dokumentarisches Foto. Bei anderen Themen das Bild ersetzen. Bildnachweise ergänzen. Farben: Petrol #143D43, Gold #C89C51, Creme #F5EFE3.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Vorlagenfolie duplizieren und Platzhalter ersetzen. Titelbild ist eine KI-Illustration eines hinduistischen Tempels, kein dokumentarisches Foto. Bei anderen Themen das Bild ersetzen. Bildnachweise ergänzen. Farben: Petrol #143D43, Gold #C89C51, Creme #F5EFE3.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Vorlagenfolie duplizieren und Platzhalter ersetzen. Titelbild ist eine KI-Illustration eines hinduistischen Tempels, kein dokumentarisches Foto. Bei anderen Themen das Bild ersetzen. Bildnachweise ergänzen. Farben: Petrol #143D43, Gold #C89C51, Creme #F5EFE3.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D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89C51"/>
                </a:solidFill>
                <a:latin typeface="Aptos"/>
              </a:defRPr>
            </a:pPr>
            <a:r>
              <a:t>[THEMA · NAME · DATUM]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5EFE3"/>
                </a:solidFill>
                <a:latin typeface="Aptos"/>
              </a:defRPr>
            </a:pPr>
            <a:r>
              <a:t>[Titel der Präsentation]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0972800" cy="18288"/>
          </a:xfrm>
          <a:prstGeom prst="rect">
            <a:avLst/>
          </a:prstGeom>
          <a:solidFill>
            <a:srgbClr val="C8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C89C51"/>
                </a:solidFill>
                <a:latin typeface="Aptos"/>
              </a:defRPr>
            </a:pPr>
            <a:r>
              <a:t>RELIGION · KLASSE 13     /     VIELFALT VERSTEHEN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C89C51"/>
                </a:solidFill>
                <a:latin typeface="Aptos"/>
              </a:defRPr>
            </a:pPr>
            <a:r>
              <a:t>01</a:t>
            </a:r>
          </a:p>
        </p:txBody>
      </p:sp>
      <p:pic>
        <p:nvPicPr>
          <p:cNvPr id="7" name="Picture 6" descr="hindu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212080" cy="29333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468880"/>
            <a:ext cx="52120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F5EFE3"/>
                </a:solidFill>
                <a:latin typeface="Aptos"/>
              </a:defRPr>
            </a:pPr>
            <a:r>
              <a:t>[Leitfrage]</a:t>
            </a:r>
          </a:p>
          <a:p>
            <a:pPr>
              <a:spcAft>
                <a:spcPts val="1000"/>
              </a:spcAft>
              <a:defRPr sz="3000" b="0">
                <a:solidFill>
                  <a:srgbClr val="F5EFE3"/>
                </a:solidFill>
                <a:latin typeface="Aptos"/>
              </a:defRPr>
            </a:pPr>
            <a:r>
              <a:t>[Untertitel]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89C51"/>
                </a:solidFill>
                <a:latin typeface="Aptos"/>
              </a:defRPr>
            </a:pPr>
            <a:r>
              <a:t>[KAPITEL]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43D43"/>
                </a:solidFill>
                <a:latin typeface="Aptos"/>
              </a:defRPr>
            </a:pPr>
            <a:r>
              <a:t>[Drei Kerngedanken]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0972800" cy="18288"/>
          </a:xfrm>
          <a:prstGeom prst="rect">
            <a:avLst/>
          </a:prstGeom>
          <a:solidFill>
            <a:srgbClr val="C8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C89C51"/>
                </a:solidFill>
                <a:latin typeface="Aptos"/>
              </a:defRPr>
            </a:pPr>
            <a:r>
              <a:t>RELIGION · KLASSE 13     /     VIELFALT VERSTEHEN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C89C5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520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2304288"/>
            <a:ext cx="54864" cy="384048"/>
          </a:xfrm>
          <a:prstGeom prst="rect">
            <a:avLst/>
          </a:prstGeom>
          <a:solidFill>
            <a:srgbClr val="C8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43D43"/>
                </a:solidFill>
                <a:latin typeface="Aptos"/>
              </a:defRPr>
            </a:pPr>
            <a:r>
              <a:t>[Kernaussage]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297180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3238"/>
                </a:solidFill>
                <a:latin typeface="Aptos"/>
              </a:defRPr>
            </a:pPr>
            <a:r>
              <a:t>[Kurze Erklärung]</a:t>
            </a:r>
          </a:p>
          <a:p>
            <a:pPr>
              <a:spcAft>
                <a:spcPts val="1000"/>
              </a:spcAft>
              <a:defRPr sz="2000" b="0">
                <a:solidFill>
                  <a:srgbClr val="173238"/>
                </a:solidFill>
                <a:latin typeface="Aptos"/>
              </a:defRPr>
            </a:pPr>
            <a:r>
              <a:t>[Beispiel]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3520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304288"/>
            <a:ext cx="54864" cy="384048"/>
          </a:xfrm>
          <a:prstGeom prst="rect">
            <a:avLst/>
          </a:prstGeom>
          <a:solidFill>
            <a:srgbClr val="C8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28600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43D43"/>
                </a:solidFill>
                <a:latin typeface="Aptos"/>
              </a:defRPr>
            </a:pPr>
            <a:r>
              <a:t>[Kernaussage]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971800"/>
            <a:ext cx="297180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3238"/>
                </a:solidFill>
                <a:latin typeface="Aptos"/>
              </a:defRPr>
            </a:pPr>
            <a:r>
              <a:t>[Kurze Erklärung]</a:t>
            </a:r>
          </a:p>
          <a:p>
            <a:pPr>
              <a:spcAft>
                <a:spcPts val="1000"/>
              </a:spcAft>
              <a:defRPr sz="2000" b="0">
                <a:solidFill>
                  <a:srgbClr val="173238"/>
                </a:solidFill>
                <a:latin typeface="Aptos"/>
              </a:defRPr>
            </a:pPr>
            <a:r>
              <a:t>[Beispiel]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03120"/>
            <a:ext cx="3520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304288"/>
            <a:ext cx="54864" cy="384048"/>
          </a:xfrm>
          <a:prstGeom prst="rect">
            <a:avLst/>
          </a:prstGeom>
          <a:solidFill>
            <a:srgbClr val="C8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43D43"/>
                </a:solidFill>
                <a:latin typeface="Aptos"/>
              </a:defRPr>
            </a:pPr>
            <a:r>
              <a:t>[Kernaussage]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971800"/>
            <a:ext cx="297180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3238"/>
                </a:solidFill>
                <a:latin typeface="Aptos"/>
              </a:defRPr>
            </a:pPr>
            <a:r>
              <a:t>[Kurze Erklärung]</a:t>
            </a:r>
          </a:p>
          <a:p>
            <a:pPr>
              <a:spcAft>
                <a:spcPts val="1000"/>
              </a:spcAft>
              <a:defRPr sz="2000" b="0">
                <a:solidFill>
                  <a:srgbClr val="173238"/>
                </a:solidFill>
                <a:latin typeface="Aptos"/>
              </a:defRPr>
            </a:pPr>
            <a:r>
              <a:t>[Beispiel]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89C51"/>
                </a:solidFill>
                <a:latin typeface="Aptos"/>
              </a:defRPr>
            </a:pPr>
            <a:r>
              <a:t>[KAPITEL]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43D43"/>
                </a:solidFill>
                <a:latin typeface="Aptos"/>
              </a:defRPr>
            </a:pPr>
            <a:r>
              <a:t>[Vergleich]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0972800" cy="18288"/>
          </a:xfrm>
          <a:prstGeom prst="rect">
            <a:avLst/>
          </a:prstGeom>
          <a:solidFill>
            <a:srgbClr val="C8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C89C51"/>
                </a:solidFill>
                <a:latin typeface="Aptos"/>
              </a:defRPr>
            </a:pPr>
            <a:r>
              <a:t>RELIGION · KLASSE 13     /     VIELFALT VERSTEHEN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C89C5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3035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2304288"/>
            <a:ext cx="54864" cy="384048"/>
          </a:xfrm>
          <a:prstGeom prst="rect">
            <a:avLst/>
          </a:prstGeom>
          <a:solidFill>
            <a:srgbClr val="C8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43D43"/>
                </a:solidFill>
                <a:latin typeface="Aptos"/>
              </a:defRPr>
            </a:pPr>
            <a:r>
              <a:t>[Position 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75488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3238"/>
                </a:solidFill>
                <a:latin typeface="Aptos"/>
              </a:defRPr>
            </a:pPr>
            <a:r>
              <a:t>[Aussage]</a:t>
            </a:r>
          </a:p>
          <a:p>
            <a:pPr>
              <a:spcAft>
                <a:spcPts val="1000"/>
              </a:spcAft>
              <a:defRPr sz="2000" b="0">
                <a:solidFill>
                  <a:srgbClr val="173238"/>
                </a:solidFill>
                <a:latin typeface="Aptos"/>
              </a:defRPr>
            </a:pPr>
            <a:r>
              <a:t>[Beleg]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3035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304288"/>
            <a:ext cx="54864" cy="384048"/>
          </a:xfrm>
          <a:prstGeom prst="rect">
            <a:avLst/>
          </a:prstGeom>
          <a:solidFill>
            <a:srgbClr val="C8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43D43"/>
                </a:solidFill>
                <a:latin typeface="Aptos"/>
              </a:defRPr>
            </a:pPr>
            <a:r>
              <a:t>[Position B]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71800"/>
            <a:ext cx="475488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3238"/>
                </a:solidFill>
                <a:latin typeface="Aptos"/>
              </a:defRPr>
            </a:pPr>
            <a:r>
              <a:t>[Aussage]</a:t>
            </a:r>
          </a:p>
          <a:p>
            <a:pPr>
              <a:spcAft>
                <a:spcPts val="1000"/>
              </a:spcAft>
              <a:defRPr sz="2000" b="0">
                <a:solidFill>
                  <a:srgbClr val="173238"/>
                </a:solidFill>
                <a:latin typeface="Aptos"/>
              </a:defRPr>
            </a:pPr>
            <a:r>
              <a:t>[Beleg]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D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89C51"/>
                </a:solidFill>
                <a:latin typeface="Aptos"/>
              </a:defRPr>
            </a:pPr>
            <a:r>
              <a:t>[FAZIT]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5EFE3"/>
                </a:solidFill>
                <a:latin typeface="Aptos"/>
              </a:defRPr>
            </a:pPr>
            <a:r>
              <a:t>[Diskussion]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0972800" cy="18288"/>
          </a:xfrm>
          <a:prstGeom prst="rect">
            <a:avLst/>
          </a:prstGeom>
          <a:solidFill>
            <a:srgbClr val="C8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C89C51"/>
                </a:solidFill>
                <a:latin typeface="Aptos"/>
              </a:defRPr>
            </a:pPr>
            <a:r>
              <a:t>RELIGION · KLASSE 13     /     VIELFALT VERSTEHEN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C89C5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6984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5EFE3"/>
                </a:solidFill>
                <a:latin typeface="Aptos"/>
              </a:defRPr>
            </a:pPr>
            <a:r>
              <a:t>[Offene Frage an die Klasse]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89C51"/>
                </a:solidFill>
                <a:latin typeface="Aptos"/>
              </a:defRPr>
            </a:pPr>
            <a:r>
              <a:t>[NACHWEISE]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43D43"/>
                </a:solidFill>
                <a:latin typeface="Aptos"/>
              </a:defRPr>
            </a:pPr>
            <a:r>
              <a:t>[Quellen]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0972800" cy="18288"/>
          </a:xfrm>
          <a:prstGeom prst="rect">
            <a:avLst/>
          </a:prstGeom>
          <a:solidFill>
            <a:srgbClr val="C8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C89C51"/>
                </a:solidFill>
                <a:latin typeface="Aptos"/>
              </a:defRPr>
            </a:pPr>
            <a:r>
              <a:t>RELIGION · KLASSE 13     /     VIELFALT VERSTEHEN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C89C5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6070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73238"/>
                </a:solidFill>
                <a:latin typeface="Aptos"/>
              </a:defRPr>
            </a:pPr>
            <a:r>
              <a:t>[Autor · Titel · Jahr]</a:t>
            </a:r>
          </a:p>
          <a:p>
            <a:pPr>
              <a:spcAft>
                <a:spcPts val="1000"/>
              </a:spcAft>
              <a:defRPr sz="2200" b="0">
                <a:solidFill>
                  <a:srgbClr val="173238"/>
                </a:solidFill>
                <a:latin typeface="Aptos"/>
              </a:defRPr>
            </a:pPr>
            <a:r>
              <a:t>[URL · Abrufdatum]</a:t>
            </a:r>
          </a:p>
          <a:p>
            <a:pPr>
              <a:spcAft>
                <a:spcPts val="1000"/>
              </a:spcAft>
              <a:defRPr sz="2200" b="0">
                <a:solidFill>
                  <a:srgbClr val="173238"/>
                </a:solidFill>
                <a:latin typeface="Aptos"/>
              </a:defRPr>
            </a:pPr>
            <a:r>
              <a:t>[Bildquelle / Lizenz]</a:t>
            </a:r>
          </a:p>
          <a:p>
            <a:pPr>
              <a:spcAft>
                <a:spcPts val="1000"/>
              </a:spcAft>
              <a:defRPr sz="2200" b="0">
                <a:solidFill>
                  <a:srgbClr val="173238"/>
                </a:solidFill>
                <a:latin typeface="Aptos"/>
              </a:defRPr>
            </a:pPr>
            <a:r>
              <a:t>Titelbild: KI-Illustration, mit OpenAI erstellt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